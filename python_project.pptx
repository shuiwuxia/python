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73" r:id="rId4"/>
    <p:sldId id="275" r:id="rId5"/>
    <p:sldId id="276" r:id="rId6"/>
    <p:sldId id="270" r:id="rId7"/>
    <p:sldId id="277" r:id="rId8"/>
    <p:sldId id="279" r:id="rId9"/>
    <p:sldId id="281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70B"/>
    <a:srgbClr val="030E19"/>
    <a:srgbClr val="030F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E576ED-81C8-4B8B-A2A2-0E3362526DFA}" v="12" dt="2025-11-26T17:57:26.4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>
        <p:scale>
          <a:sx n="66" d="100"/>
          <a:sy n="66" d="100"/>
        </p:scale>
        <p:origin x="2310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eeth A" userId="dc6845f16ed4e27f" providerId="LiveId" clId="{2B2CE20B-3791-4731-A224-578C28FD070C}"/>
    <pc:docChg chg="undo redo custSel addSld delSld modSld sldOrd">
      <pc:chgData name="Haneeth A" userId="dc6845f16ed4e27f" providerId="LiveId" clId="{2B2CE20B-3791-4731-A224-578C28FD070C}" dt="2025-11-26T17:57:35.510" v="180" actId="47"/>
      <pc:docMkLst>
        <pc:docMk/>
      </pc:docMkLst>
      <pc:sldChg chg="del">
        <pc:chgData name="Haneeth A" userId="dc6845f16ed4e27f" providerId="LiveId" clId="{2B2CE20B-3791-4731-A224-578C28FD070C}" dt="2025-11-26T17:14:19.189" v="83" actId="47"/>
        <pc:sldMkLst>
          <pc:docMk/>
          <pc:sldMk cId="629640284" sldId="267"/>
        </pc:sldMkLst>
      </pc:sldChg>
      <pc:sldChg chg="addSp modSp mod ord">
        <pc:chgData name="Haneeth A" userId="dc6845f16ed4e27f" providerId="LiveId" clId="{2B2CE20B-3791-4731-A224-578C28FD070C}" dt="2025-11-26T17:10:28.713" v="82" actId="1076"/>
        <pc:sldMkLst>
          <pc:docMk/>
          <pc:sldMk cId="1257214669" sldId="270"/>
        </pc:sldMkLst>
        <pc:spChg chg="add mod">
          <ac:chgData name="Haneeth A" userId="dc6845f16ed4e27f" providerId="LiveId" clId="{2B2CE20B-3791-4731-A224-578C28FD070C}" dt="2025-11-26T17:10:28.713" v="82" actId="1076"/>
          <ac:spMkLst>
            <pc:docMk/>
            <pc:sldMk cId="1257214669" sldId="270"/>
            <ac:spMk id="4" creationId="{961D1A6B-BF9D-0EB8-991E-8712590D39C4}"/>
          </ac:spMkLst>
        </pc:spChg>
      </pc:sldChg>
      <pc:sldChg chg="addSp delSp modSp new del mod">
        <pc:chgData name="Haneeth A" userId="dc6845f16ed4e27f" providerId="LiveId" clId="{2B2CE20B-3791-4731-A224-578C28FD070C}" dt="2025-11-26T16:57:46.444" v="17" actId="47"/>
        <pc:sldMkLst>
          <pc:docMk/>
          <pc:sldMk cId="1017859329" sldId="272"/>
        </pc:sldMkLst>
        <pc:picChg chg="add del mod">
          <ac:chgData name="Haneeth A" userId="dc6845f16ed4e27f" providerId="LiveId" clId="{2B2CE20B-3791-4731-A224-578C28FD070C}" dt="2025-11-26T16:57:44.533" v="16" actId="478"/>
          <ac:picMkLst>
            <pc:docMk/>
            <pc:sldMk cId="1017859329" sldId="272"/>
            <ac:picMk id="3" creationId="{8CF333CC-A12D-F3E0-7907-C0A2CFF86354}"/>
          </ac:picMkLst>
        </pc:picChg>
      </pc:sldChg>
      <pc:sldChg chg="addSp delSp modSp new mod">
        <pc:chgData name="Haneeth A" userId="dc6845f16ed4e27f" providerId="LiveId" clId="{2B2CE20B-3791-4731-A224-578C28FD070C}" dt="2025-11-26T16:57:31.253" v="15" actId="1076"/>
        <pc:sldMkLst>
          <pc:docMk/>
          <pc:sldMk cId="4220037629" sldId="273"/>
        </pc:sldMkLst>
        <pc:spChg chg="add del">
          <ac:chgData name="Haneeth A" userId="dc6845f16ed4e27f" providerId="LiveId" clId="{2B2CE20B-3791-4731-A224-578C28FD070C}" dt="2025-11-26T16:57:10.869" v="11" actId="11529"/>
          <ac:spMkLst>
            <pc:docMk/>
            <pc:sldMk cId="4220037629" sldId="273"/>
            <ac:spMk id="6" creationId="{923AC7E6-8760-DD7C-03D3-2A1C20A08784}"/>
          </ac:spMkLst>
        </pc:spChg>
        <pc:picChg chg="add mod">
          <ac:chgData name="Haneeth A" userId="dc6845f16ed4e27f" providerId="LiveId" clId="{2B2CE20B-3791-4731-A224-578C28FD070C}" dt="2025-11-26T16:56:53.844" v="8" actId="14100"/>
          <ac:picMkLst>
            <pc:docMk/>
            <pc:sldMk cId="4220037629" sldId="273"/>
            <ac:picMk id="3" creationId="{EAD18051-D16B-C6E6-7D22-70B2D0C99AC0}"/>
          </ac:picMkLst>
        </pc:picChg>
        <pc:picChg chg="add mod">
          <ac:chgData name="Haneeth A" userId="dc6845f16ed4e27f" providerId="LiveId" clId="{2B2CE20B-3791-4731-A224-578C28FD070C}" dt="2025-11-26T16:57:14.113" v="12" actId="1076"/>
          <ac:picMkLst>
            <pc:docMk/>
            <pc:sldMk cId="4220037629" sldId="273"/>
            <ac:picMk id="5" creationId="{3992216A-B4FF-D593-ACC8-BBA178777D37}"/>
          </ac:picMkLst>
        </pc:picChg>
        <pc:picChg chg="add mod">
          <ac:chgData name="Haneeth A" userId="dc6845f16ed4e27f" providerId="LiveId" clId="{2B2CE20B-3791-4731-A224-578C28FD070C}" dt="2025-11-26T16:57:31.253" v="15" actId="1076"/>
          <ac:picMkLst>
            <pc:docMk/>
            <pc:sldMk cId="4220037629" sldId="273"/>
            <ac:picMk id="8" creationId="{E4004AD2-CCAC-708C-3735-DB70D85B98B6}"/>
          </ac:picMkLst>
        </pc:picChg>
      </pc:sldChg>
      <pc:sldChg chg="new del">
        <pc:chgData name="Haneeth A" userId="dc6845f16ed4e27f" providerId="LiveId" clId="{2B2CE20B-3791-4731-A224-578C28FD070C}" dt="2025-11-26T17:14:20.808" v="84" actId="47"/>
        <pc:sldMkLst>
          <pc:docMk/>
          <pc:sldMk cId="3173994650" sldId="274"/>
        </pc:sldMkLst>
      </pc:sldChg>
      <pc:sldChg chg="addSp delSp modSp new mod">
        <pc:chgData name="Haneeth A" userId="dc6845f16ed4e27f" providerId="LiveId" clId="{2B2CE20B-3791-4731-A224-578C28FD070C}" dt="2025-11-26T17:07:30.315" v="50" actId="403"/>
        <pc:sldMkLst>
          <pc:docMk/>
          <pc:sldMk cId="3915219065" sldId="275"/>
        </pc:sldMkLst>
        <pc:spChg chg="add del mod ord">
          <ac:chgData name="Haneeth A" userId="dc6845f16ed4e27f" providerId="LiveId" clId="{2B2CE20B-3791-4731-A224-578C28FD070C}" dt="2025-11-26T17:07:30.315" v="50" actId="403"/>
          <ac:spMkLst>
            <pc:docMk/>
            <pc:sldMk cId="3915219065" sldId="275"/>
            <ac:spMk id="4" creationId="{173C4CAC-C96D-E456-BA74-DDAEEB9231EC}"/>
          </ac:spMkLst>
        </pc:spChg>
        <pc:picChg chg="add mod">
          <ac:chgData name="Haneeth A" userId="dc6845f16ed4e27f" providerId="LiveId" clId="{2B2CE20B-3791-4731-A224-578C28FD070C}" dt="2025-11-26T17:06:20.476" v="27" actId="14100"/>
          <ac:picMkLst>
            <pc:docMk/>
            <pc:sldMk cId="3915219065" sldId="275"/>
            <ac:picMk id="3" creationId="{4EE1F801-5D5B-206E-F54C-7CBB1785D585}"/>
          </ac:picMkLst>
        </pc:picChg>
      </pc:sldChg>
      <pc:sldChg chg="addSp modSp new mod ord">
        <pc:chgData name="Haneeth A" userId="dc6845f16ed4e27f" providerId="LiveId" clId="{2B2CE20B-3791-4731-A224-578C28FD070C}" dt="2025-11-26T17:22:04.337" v="103" actId="14100"/>
        <pc:sldMkLst>
          <pc:docMk/>
          <pc:sldMk cId="1753671881" sldId="276"/>
        </pc:sldMkLst>
        <pc:picChg chg="add mod">
          <ac:chgData name="Haneeth A" userId="dc6845f16ed4e27f" providerId="LiveId" clId="{2B2CE20B-3791-4731-A224-578C28FD070C}" dt="2025-11-26T17:22:04.337" v="103" actId="14100"/>
          <ac:picMkLst>
            <pc:docMk/>
            <pc:sldMk cId="1753671881" sldId="276"/>
            <ac:picMk id="3" creationId="{D34A491C-67A4-38CC-40E6-275A4CC683C5}"/>
          </ac:picMkLst>
        </pc:picChg>
        <pc:picChg chg="add mod ord">
          <ac:chgData name="Haneeth A" userId="dc6845f16ed4e27f" providerId="LiveId" clId="{2B2CE20B-3791-4731-A224-578C28FD070C}" dt="2025-11-26T17:21:47.693" v="98" actId="167"/>
          <ac:picMkLst>
            <pc:docMk/>
            <pc:sldMk cId="1753671881" sldId="276"/>
            <ac:picMk id="5" creationId="{0C0EAC18-C4A4-C67D-72E3-A13B52F237EC}"/>
          </ac:picMkLst>
        </pc:picChg>
      </pc:sldChg>
      <pc:sldChg chg="addSp modSp new del mod">
        <pc:chgData name="Haneeth A" userId="dc6845f16ed4e27f" providerId="LiveId" clId="{2B2CE20B-3791-4731-A224-578C28FD070C}" dt="2025-11-26T17:07:49.975" v="51" actId="47"/>
        <pc:sldMkLst>
          <pc:docMk/>
          <pc:sldMk cId="3797557080" sldId="276"/>
        </pc:sldMkLst>
        <pc:picChg chg="add mod">
          <ac:chgData name="Haneeth A" userId="dc6845f16ed4e27f" providerId="LiveId" clId="{2B2CE20B-3791-4731-A224-578C28FD070C}" dt="2025-11-26T17:00:31.319" v="23" actId="14100"/>
          <ac:picMkLst>
            <pc:docMk/>
            <pc:sldMk cId="3797557080" sldId="276"/>
            <ac:picMk id="3" creationId="{ACFD32F7-D8CE-7F69-76E3-9558F7DEAE41}"/>
          </ac:picMkLst>
        </pc:picChg>
      </pc:sldChg>
      <pc:sldChg chg="addSp modSp new mod">
        <pc:chgData name="Haneeth A" userId="dc6845f16ed4e27f" providerId="LiveId" clId="{2B2CE20B-3791-4731-A224-578C28FD070C}" dt="2025-11-26T17:29:36.057" v="124" actId="14100"/>
        <pc:sldMkLst>
          <pc:docMk/>
          <pc:sldMk cId="4281813293" sldId="277"/>
        </pc:sldMkLst>
        <pc:picChg chg="add mod">
          <ac:chgData name="Haneeth A" userId="dc6845f16ed4e27f" providerId="LiveId" clId="{2B2CE20B-3791-4731-A224-578C28FD070C}" dt="2025-11-26T17:28:29.464" v="106" actId="1076"/>
          <ac:picMkLst>
            <pc:docMk/>
            <pc:sldMk cId="4281813293" sldId="277"/>
            <ac:picMk id="3" creationId="{CEF9B20A-B02D-41F5-D433-1C6881C307A1}"/>
          </ac:picMkLst>
        </pc:picChg>
        <pc:picChg chg="add mod">
          <ac:chgData name="Haneeth A" userId="dc6845f16ed4e27f" providerId="LiveId" clId="{2B2CE20B-3791-4731-A224-578C28FD070C}" dt="2025-11-26T17:29:32.436" v="123" actId="1076"/>
          <ac:picMkLst>
            <pc:docMk/>
            <pc:sldMk cId="4281813293" sldId="277"/>
            <ac:picMk id="5" creationId="{A744AC8A-CF98-8C6C-6E74-6318247D01B4}"/>
          </ac:picMkLst>
        </pc:picChg>
        <pc:picChg chg="add mod">
          <ac:chgData name="Haneeth A" userId="dc6845f16ed4e27f" providerId="LiveId" clId="{2B2CE20B-3791-4731-A224-578C28FD070C}" dt="2025-11-26T17:29:36.057" v="124" actId="14100"/>
          <ac:picMkLst>
            <pc:docMk/>
            <pc:sldMk cId="4281813293" sldId="277"/>
            <ac:picMk id="7" creationId="{B8804978-AC05-E479-501E-D4EF340B7132}"/>
          </ac:picMkLst>
        </pc:picChg>
      </pc:sldChg>
      <pc:sldChg chg="addSp delSp modSp new del mod">
        <pc:chgData name="Haneeth A" userId="dc6845f16ed4e27f" providerId="LiveId" clId="{2B2CE20B-3791-4731-A224-578C28FD070C}" dt="2025-11-26T17:47:05.557" v="167" actId="47"/>
        <pc:sldMkLst>
          <pc:docMk/>
          <pc:sldMk cId="1094607640" sldId="278"/>
        </pc:sldMkLst>
        <pc:spChg chg="add mod">
          <ac:chgData name="Haneeth A" userId="dc6845f16ed4e27f" providerId="LiveId" clId="{2B2CE20B-3791-4731-A224-578C28FD070C}" dt="2025-11-26T17:38:47.361" v="143" actId="403"/>
          <ac:spMkLst>
            <pc:docMk/>
            <pc:sldMk cId="1094607640" sldId="278"/>
            <ac:spMk id="8" creationId="{07AB388B-F0D0-ED40-2884-7B87A4EE7BB4}"/>
          </ac:spMkLst>
        </pc:spChg>
        <pc:picChg chg="add del mod">
          <ac:chgData name="Haneeth A" userId="dc6845f16ed4e27f" providerId="LiveId" clId="{2B2CE20B-3791-4731-A224-578C28FD070C}" dt="2025-11-26T17:37:50.716" v="127" actId="478"/>
          <ac:picMkLst>
            <pc:docMk/>
            <pc:sldMk cId="1094607640" sldId="278"/>
            <ac:picMk id="3" creationId="{39B1A08C-4739-E509-E051-971B6B7DCD15}"/>
          </ac:picMkLst>
        </pc:picChg>
        <pc:picChg chg="add mod">
          <ac:chgData name="Haneeth A" userId="dc6845f16ed4e27f" providerId="LiveId" clId="{2B2CE20B-3791-4731-A224-578C28FD070C}" dt="2025-11-26T17:37:57.962" v="130" actId="14100"/>
          <ac:picMkLst>
            <pc:docMk/>
            <pc:sldMk cId="1094607640" sldId="278"/>
            <ac:picMk id="5" creationId="{6C3AAF64-A90B-5859-1B60-48CDB72114CB}"/>
          </ac:picMkLst>
        </pc:picChg>
        <pc:picChg chg="add mod">
          <ac:chgData name="Haneeth A" userId="dc6845f16ed4e27f" providerId="LiveId" clId="{2B2CE20B-3791-4731-A224-578C28FD070C}" dt="2025-11-26T17:38:25.452" v="135" actId="14100"/>
          <ac:picMkLst>
            <pc:docMk/>
            <pc:sldMk cId="1094607640" sldId="278"/>
            <ac:picMk id="7" creationId="{CA718EA4-242D-B3AA-A3F3-9E23D0CA6CB2}"/>
          </ac:picMkLst>
        </pc:picChg>
      </pc:sldChg>
      <pc:sldChg chg="addSp modSp new mod">
        <pc:chgData name="Haneeth A" userId="dc6845f16ed4e27f" providerId="LiveId" clId="{2B2CE20B-3791-4731-A224-578C28FD070C}" dt="2025-11-26T17:55:36.063" v="175" actId="14100"/>
        <pc:sldMkLst>
          <pc:docMk/>
          <pc:sldMk cId="3570113181" sldId="279"/>
        </pc:sldMkLst>
        <pc:picChg chg="add mod">
          <ac:chgData name="Haneeth A" userId="dc6845f16ed4e27f" providerId="LiveId" clId="{2B2CE20B-3791-4731-A224-578C28FD070C}" dt="2025-11-26T17:55:36.063" v="175" actId="14100"/>
          <ac:picMkLst>
            <pc:docMk/>
            <pc:sldMk cId="3570113181" sldId="279"/>
            <ac:picMk id="3" creationId="{F515FADF-90E0-200D-8F13-434826F8E9C8}"/>
          </ac:picMkLst>
        </pc:picChg>
        <pc:picChg chg="add mod">
          <ac:chgData name="Haneeth A" userId="dc6845f16ed4e27f" providerId="LiveId" clId="{2B2CE20B-3791-4731-A224-578C28FD070C}" dt="2025-11-26T17:46:55.179" v="166" actId="14100"/>
          <ac:picMkLst>
            <pc:docMk/>
            <pc:sldMk cId="3570113181" sldId="279"/>
            <ac:picMk id="5" creationId="{67A17603-8102-8782-15A2-E5B6D9FD8E65}"/>
          </ac:picMkLst>
        </pc:picChg>
        <pc:picChg chg="add mod">
          <ac:chgData name="Haneeth A" userId="dc6845f16ed4e27f" providerId="LiveId" clId="{2B2CE20B-3791-4731-A224-578C28FD070C}" dt="2025-11-26T17:46:43.751" v="163" actId="14100"/>
          <ac:picMkLst>
            <pc:docMk/>
            <pc:sldMk cId="3570113181" sldId="279"/>
            <ac:picMk id="7" creationId="{03304DE6-14C4-7A73-AAA2-1F9F6E91D6C2}"/>
          </ac:picMkLst>
        </pc:picChg>
      </pc:sldChg>
      <pc:sldChg chg="addSp delSp modSp new del mod">
        <pc:chgData name="Haneeth A" userId="dc6845f16ed4e27f" providerId="LiveId" clId="{2B2CE20B-3791-4731-A224-578C28FD070C}" dt="2025-11-26T17:57:35.510" v="180" actId="47"/>
        <pc:sldMkLst>
          <pc:docMk/>
          <pc:sldMk cId="670637666" sldId="280"/>
        </pc:sldMkLst>
        <pc:spChg chg="add del">
          <ac:chgData name="Haneeth A" userId="dc6845f16ed4e27f" providerId="LiveId" clId="{2B2CE20B-3791-4731-A224-578C28FD070C}" dt="2025-11-26T17:54:35.714" v="170" actId="22"/>
          <ac:spMkLst>
            <pc:docMk/>
            <pc:sldMk cId="670637666" sldId="280"/>
            <ac:spMk id="3" creationId="{3FA8F2BF-1884-6514-DA29-52F83BFC612A}"/>
          </ac:spMkLst>
        </pc:spChg>
        <pc:picChg chg="add mod">
          <ac:chgData name="Haneeth A" userId="dc6845f16ed4e27f" providerId="LiveId" clId="{2B2CE20B-3791-4731-A224-578C28FD070C}" dt="2025-11-26T17:54:50.179" v="174" actId="14100"/>
          <ac:picMkLst>
            <pc:docMk/>
            <pc:sldMk cId="670637666" sldId="280"/>
            <ac:picMk id="5" creationId="{5230BDBF-A84D-D06D-523F-438E9CC42AFC}"/>
          </ac:picMkLst>
        </pc:picChg>
      </pc:sldChg>
      <pc:sldChg chg="addSp modSp new mod">
        <pc:chgData name="Haneeth A" userId="dc6845f16ed4e27f" providerId="LiveId" clId="{2B2CE20B-3791-4731-A224-578C28FD070C}" dt="2025-11-26T17:57:34" v="179" actId="14100"/>
        <pc:sldMkLst>
          <pc:docMk/>
          <pc:sldMk cId="3084963188" sldId="281"/>
        </pc:sldMkLst>
        <pc:picChg chg="add mod">
          <ac:chgData name="Haneeth A" userId="dc6845f16ed4e27f" providerId="LiveId" clId="{2B2CE20B-3791-4731-A224-578C28FD070C}" dt="2025-11-26T17:57:34" v="179" actId="14100"/>
          <ac:picMkLst>
            <pc:docMk/>
            <pc:sldMk cId="3084963188" sldId="281"/>
            <ac:picMk id="3" creationId="{E03C1986-0C46-205E-7EBF-88727575A13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1A1CB-5F0F-29ED-415D-A0AC7165D1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44BACD-7591-4647-C911-30F5D9296E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921EC-9D7A-8995-E2D3-CD41EAC8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75BE-7998-4F45-9683-3E7744CD0018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58114-1EFF-74A0-6011-80957398D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2C398-8BFE-3054-A122-CBDD8A5B8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B04-777C-4A6D-A0BA-1A6F20139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7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A3587-663C-207B-BFEA-97B42ED9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C720F-0E7B-0B43-0107-8372A4B97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834EB-81F7-2061-A147-DDC8556E2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75BE-7998-4F45-9683-3E7744CD0018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863A0-261E-AE9F-C18B-57547DA95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04DF3-54DD-9F66-5B43-68AE9A8F3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B04-777C-4A6D-A0BA-1A6F20139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988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4835C-A90E-7F8D-1CCB-0F713AB46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BF952-9DCB-CBBE-4233-6E71D205C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79D2B-BFE2-C188-83C4-8012E82BE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75BE-7998-4F45-9683-3E7744CD0018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0308A-5765-EF16-D1E8-A6E505349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9876F-2740-D819-5414-EC26BBB7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B04-777C-4A6D-A0BA-1A6F20139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6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F366C-68D8-1CD1-FCAB-3AB155735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07158-A6C2-FB8B-7A9A-9E30A0D69A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F86A4C-0268-2D16-2306-FC9021D2A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0F5A95-32FF-544B-8709-8C1A838E5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75BE-7998-4F45-9683-3E7744CD0018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C44A9-B284-DA54-509F-71991951C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4EBCE-0108-240E-6BF4-E33D3DD71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B04-777C-4A6D-A0BA-1A6F20139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159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CB541-7ED0-8BB5-2FC7-ACD7C4871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890EF-DC2A-A83E-7083-82792EB15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86E15-725D-9A5C-AB3E-C4AD18733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1E391-1AFE-148E-C070-9F4EDB14CE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E8911F-93DD-908E-2ED5-5D9F2FCB3C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B43D48-41AD-7FA8-C89A-C8D37B81C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75BE-7998-4F45-9683-3E7744CD0018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1D95E1-5B4B-46E1-4672-84242EC3B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A396E5-EDD9-7199-E130-E18D0EE10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B04-777C-4A6D-A0BA-1A6F20139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881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5CF43-57D7-7A61-5C0A-122EB10E0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5E09E9-317A-72A2-08EC-D3FF5E989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75BE-7998-4F45-9683-3E7744CD0018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334880-6B9D-E6C7-536E-5C2A767DD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109AA7-4EC4-324F-E91F-CA4458CA7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B04-777C-4A6D-A0BA-1A6F20139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449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8A2DED-1975-462E-8BAB-057FAC2CB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75BE-7998-4F45-9683-3E7744CD0018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FE04A3-BA21-BFFF-F565-B848527A5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FD7B-65C7-EBD6-2ED9-EA7D5580F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B04-777C-4A6D-A0BA-1A6F20139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305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999ED-151C-2683-85D2-57C51A252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211A2-331C-79BC-6F16-1A8D9498E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CAE0BF-CBEF-19E6-AD68-25FAEFE57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767FA9-AA27-3F7A-E418-AA5896EAE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75BE-7998-4F45-9683-3E7744CD0018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28CD9-13BF-07A3-4C63-DA275A52D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DC3B4B-DE82-0226-1A63-45E181FD1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B04-777C-4A6D-A0BA-1A6F20139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487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812BB-0E1D-4FC9-56B4-87DF84CC9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316E80-A8B8-13F6-E841-460AF16366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AD84C-7E88-A133-33BE-A893E6298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45B6D-9A4E-165C-0E47-A8A152552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75BE-7998-4F45-9683-3E7744CD0018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01AF6-2FE1-A7D5-2938-59A1F6F90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32DB27-E143-6498-41CD-422DE5DB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B04-777C-4A6D-A0BA-1A6F20139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45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FA881-5378-0D33-5167-91C3EC89D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DD5AD3-FC04-4BE6-4D5F-44C8A08E0F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CFEF1-5D0E-B2DF-1931-60ACC16B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75BE-7998-4F45-9683-3E7744CD0018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BE5A9-EF7C-AC19-F9ED-3789C2F4C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A0163-186F-4429-20D3-6DB443C8B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B04-777C-4A6D-A0BA-1A6F20139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119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1B1303-91BB-613B-C9BE-2BDB3E6C2C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48EC93-A287-A1F8-505C-933BE3D42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FA682-69B4-FA9F-6FEA-50D311F0A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75BE-7998-4F45-9683-3E7744CD0018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2E301-6388-901E-7BC7-BEA541BA3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58B64-0C4A-F330-6D11-64314ACA9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B04-777C-4A6D-A0BA-1A6F20139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79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F2AE74-143D-E952-13D5-38777B282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4B7D7-5596-CD0E-CF9D-368BCA89A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5D693-A26E-A30E-D6B6-9D6E0E4243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175BE-7998-4F45-9683-3E7744CD0018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83571-8054-3C46-9B00-B1CABF0265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FD7AD-F0A1-7810-61AD-877F773414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79B04-777C-4A6D-A0BA-1A6F20139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601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D37F5F-990C-D203-84B9-7DDB5F1C9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10B53D-1DDB-C9DA-37F5-6BEDACF69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1" y="3171780"/>
            <a:ext cx="1035050" cy="84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627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4C3EF3-DFA5-50DE-D14C-8E8BB6AEBC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A21048-D0A7-B167-D82B-D80E278589C1}"/>
              </a:ext>
            </a:extLst>
          </p:cNvPr>
          <p:cNvSpPr/>
          <p:nvPr/>
        </p:nvSpPr>
        <p:spPr>
          <a:xfrm>
            <a:off x="402336" y="265176"/>
            <a:ext cx="1755648" cy="667512"/>
          </a:xfrm>
          <a:prstGeom prst="rect">
            <a:avLst/>
          </a:prstGeom>
          <a:solidFill>
            <a:srgbClr val="030F19"/>
          </a:solidFill>
          <a:ln>
            <a:solidFill>
              <a:srgbClr val="030E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190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D18051-D16B-C6E6-7D22-70B2D0C99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92216A-B4FF-D593-ACC8-BBA178777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1035"/>
            <a:ext cx="3877216" cy="4953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004AD2-CCAC-708C-3735-DB70D85B9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7086"/>
            <a:ext cx="5372850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037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73C4CAC-C96D-E456-BA74-DDAEEB9231EC}"/>
              </a:ext>
            </a:extLst>
          </p:cNvPr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dirty="0"/>
              <a:t>Dataset Overview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E1F801-5D5B-206E-F54C-7CBB1785D5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7240"/>
            <a:ext cx="12192000" cy="608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219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0EAC18-C4A4-C67D-72E3-A13B52F237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2024"/>
            <a:ext cx="12192000" cy="70500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34A491C-67A4-38CC-40E6-275A4CC68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29634"/>
            <a:ext cx="12192000" cy="222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671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E53554-F734-1004-26A5-7113CB195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1D1A6B-BF9D-0EB8-991E-8712590D39C4}"/>
              </a:ext>
            </a:extLst>
          </p:cNvPr>
          <p:cNvSpPr txBox="1"/>
          <p:nvPr/>
        </p:nvSpPr>
        <p:spPr>
          <a:xfrm>
            <a:off x="441198" y="126230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257214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F9B20A-B02D-41F5-D433-1C6881C30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63112" cy="31055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44AC8A-CF98-8C6C-6E74-6318247D0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29347"/>
            <a:ext cx="5286954" cy="39286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804978-AC05-E479-501E-D4EF340B7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0"/>
            <a:ext cx="72268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813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15FADF-90E0-200D-8F13-434826F8E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A17603-8102-8782-15A2-E5B6D9FD8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0305289" cy="16184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304DE6-14C4-7A73-AAA2-1F9F6E91D6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1987786" cy="151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113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3C1986-0C46-205E-7EBF-88727575A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963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6067F7-3663-3D1F-7C8C-D3EEEEEE7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767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3</Words>
  <Application>Microsoft Office PowerPoint</Application>
  <PresentationFormat>Widescreen</PresentationFormat>
  <Paragraphs>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Haneeth A</dc:creator>
  <cp:lastModifiedBy>Haneeth A</cp:lastModifiedBy>
  <cp:revision>1</cp:revision>
  <dcterms:created xsi:type="dcterms:W3CDTF">2025-11-22T02:32:40Z</dcterms:created>
  <dcterms:modified xsi:type="dcterms:W3CDTF">2025-11-26T17:57:42Z</dcterms:modified>
</cp:coreProperties>
</file>